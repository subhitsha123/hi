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A422-8CC9-463F-A44F-46946E9E1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B07D4-1D72-426F-9947-8FFE6901E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0E80B-120B-49BD-B1A6-86D132B1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AD557-08F7-4EC9-BA2C-A194F769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AD056-8A22-4843-94A2-3392E65B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613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E1B1-23B3-4707-B53D-615D7A35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04D8-CADA-4B24-9365-80CD52C17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64605-6606-4E32-90E8-FBA52AB9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90BAE-6F3F-4D58-ADCB-591F3AA3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AF39-2613-4143-A475-0AFA67BB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71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084A-9CE2-4702-B2BF-956C34DB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2ABCC-5DB0-40C7-9D09-87491CA63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3FF37-8D9F-4E2B-92FD-3743B6A9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881C-28E1-4CC1-8678-98B97259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EDC1-4E8D-4137-80C6-55785F65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759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10F8-17A6-46A0-A434-5CFE129AA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B865E-7436-459E-B95B-D195F3555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D8294-551D-4233-A567-4816BED22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D991B-27FB-484E-A9CC-83C6C48E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7F862-B44F-49EF-A6F9-B609EEFB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0374E-3870-4F3C-B389-5AF6D119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778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45C3-4872-431B-9152-D7C75A65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492E-D1D2-4F30-A47D-C83E54FC7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C0CB7-07A9-4201-95CB-2EDC9406C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0FA63-2E2B-4FC1-8A65-D716C708E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3D5C6-3CF9-40D3-9E9A-63C45009B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BAF40-4812-4588-A402-9D65BAEE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2FACF-82E9-4618-A657-E30DA2B5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8AC87-B676-464E-AD15-05CF1D49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443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1166-789E-4031-AFFF-ECC02EC3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BF874-D25E-40A2-8BBC-4395CAF2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4814B-E5B9-42E3-AFF1-E567F1D5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FE38B-1BDB-4123-A9A6-3045B9A2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53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86D72-9269-4E90-8EDC-03507939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8E054-45E4-44D2-98FE-478D4537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01007-45E0-4244-93AC-5AE8EDD0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074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C3E9-934C-49E6-B4F2-D9207190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BE75-E469-4A1F-807A-903AFBDE6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B748A-618E-4545-8137-F692E0602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0D614-867F-4F65-BCB2-517D3E2D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71807-0A20-45AC-9676-6A3697A6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5DAC2-FC1A-427C-B629-39D0770D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228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31B2-1EBB-4A7B-8AB5-D491BF0B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F6D33-0A4C-4D29-8D9A-4008CE6C6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CC3E6-339B-4D6A-906C-B3087A03C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907F9-F49A-4692-B449-E4F1D2731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5D312-5F73-4888-9911-CCE33F1B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540DA-A4BD-4975-BD51-20263A2E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345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0976-6E9D-49D2-9C2D-E53F951E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BCBFE-AAFB-42ED-BB3A-08BB09AF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8EF4B-DBB1-462A-A236-3181180E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BD9E5-C33C-4B5B-B510-C6CB493D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723E2-C3F0-4401-8578-D7394791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640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F1EA2-0971-4357-9F8A-E9349E15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07112-E562-4048-B514-E0AFF090A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F99D9-4CFC-4382-A34D-4A8B4412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F7448-2518-45BC-AF86-C3866BFA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932D3-F3BB-4E9A-ACA5-505A1EF9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709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12E80-3420-44E8-9C95-99E3A406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C505-11A2-4CAA-B960-79B40E028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08E87-C113-435E-A9BF-E45A80C75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CD70D-9627-4589-9DB5-491DCE142EEE}" type="datetimeFigureOut">
              <a:rPr lang="en-SG" smtClean="0"/>
              <a:t>14/12/2020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91E83-8022-4D53-9415-577AD552D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83401-D705-4517-A96A-6443AC3E0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83FE8-3046-4DB0-B452-A5F92C3A3B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777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1C59-ADAD-4914-B706-586A81432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hi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753AC-E6BC-4A8B-AC14-F1B706F6E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1821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</dc:title>
  <dc:creator>2507</dc:creator>
  <cp:lastModifiedBy>2507</cp:lastModifiedBy>
  <cp:revision>1</cp:revision>
  <dcterms:created xsi:type="dcterms:W3CDTF">2020-12-14T09:27:05Z</dcterms:created>
  <dcterms:modified xsi:type="dcterms:W3CDTF">2020-12-14T09:27:24Z</dcterms:modified>
</cp:coreProperties>
</file>